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365D"/>
                </a:solidFill>
              </a:defRPr>
            </a:pPr>
            <a:r>
              <a:t>TalentMatch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18096"/>
                </a:solidFill>
              </a:defRPr>
            </a:pPr>
            <a:r>
              <a:t>Intelligent Recruitment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System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3748"/>
                </a:solidFill>
              </a:defRPr>
            </a:pPr>
            <a:r>
              <a:t>System Name: TalentMatch AI - Recruitment Assistant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Version: 2.1.0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Provider: SAP SuccessFactors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Department: Human Resources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Business Unit: Corporate Services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Lifecycle Stage: Production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Application URL: https://talentmatch.corp.example.com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3748"/>
                </a:solidFill>
              </a:defRPr>
            </a:pPr>
            <a:r>
              <a:t>AI Model: Claude 3.5 Sonnet (Anthropic)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Training: Fine-tuned on 50,000 successful placements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Training Compute: 2.4 x 10^23 FLOPs</a:t>
            </a:r>
          </a:p>
          <a:p>
            <a:pPr>
              <a:defRPr sz="2200">
                <a:solidFill>
                  <a:srgbClr val="2D3748"/>
                </a:solidFill>
              </a:defRPr>
            </a:pP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Is GPAI: No (domain-specific application)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Is Chatbot: No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Generates Synthetic Content: No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Biometric Processing: No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Critical Infrastructure: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EU AI Act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3748"/>
                </a:solidFill>
              </a:defRPr>
            </a:pPr>
            <a:r>
              <a:t>Risk Level: HIGH-RISK</a:t>
            </a:r>
          </a:p>
          <a:p>
            <a:pPr>
              <a:defRPr sz="2200">
                <a:solidFill>
                  <a:srgbClr val="2D3748"/>
                </a:solidFill>
              </a:defRPr>
            </a:pP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Classification Basis: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  Article 6(2) and Annex III, Area 4(a)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  Employment, workers management, access to self-employment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  AI systems used for recruitment and candidate selection</a:t>
            </a:r>
          </a:p>
          <a:p>
            <a:pPr>
              <a:defRPr sz="2200">
                <a:solidFill>
                  <a:srgbClr val="2D3748"/>
                </a:solidFill>
              </a:defRPr>
            </a:pP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Human Oversight Required: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  All shortlists require recruiter approval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  Final hiring decisions by managers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Responsible 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3748"/>
                </a:solidFill>
              </a:defRPr>
            </a:pPr>
            <a:r>
              <a:t>Business Owner: Maria Schmidt (HR Director)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Technical Owner: Thomas Weber (AI Engineering Lead)</a:t>
            </a:r>
          </a:p>
          <a:p>
            <a:pPr>
              <a:defRPr sz="2200">
                <a:solidFill>
                  <a:srgbClr val="2D3748"/>
                </a:solidFill>
              </a:defRPr>
            </a:pPr>
            <a:r>
              <a:t>Data Protection: Dr. Anna Mueller (DPO)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