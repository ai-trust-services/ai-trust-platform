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7B0A6"/>
                </a:solidFill>
                <a:latin typeface="Segoe UI"/>
              </a:rPr>
              <a:t>SAP AI TRUST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Onboarding an app into the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>
                <a:solidFill>
                  <a:srgbClr val="C9D4E8"/>
                </a:solidFill>
                <a:latin typeface="Segoe UI"/>
              </a:rPr>
              <a:t>From a plain web app to a live, single-sign-on, role-gated tile —</a:t>
            </a:r>
          </a:p>
          <a:p>
            <a:pPr algn="l"/>
            <a:r>
              <a:rPr sz="1800" b="0">
                <a:solidFill>
                  <a:srgbClr val="C9D4E8"/>
                </a:solidFill>
                <a:latin typeface="Segoe UI"/>
              </a:rPr>
              <a:t>with no changes to the app's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E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APP SIDE  →  PLATFORM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B7688"/>
                </a:solidFill>
                <a:latin typeface="Segoe UI"/>
              </a:rPr>
              <a:t>For product &amp; technical audiences  ·  see marketplace/Implementation/ for the full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What onboarding gives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333F52"/>
                </a:solidFill>
                <a:latin typeface="Segoe UI"/>
              </a:rPr>
              <a:t>You have a web app. You want it inside the platform — without rebuilding auth or hosting.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2540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514600"/>
            <a:ext cx="457200" cy="635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0A1F44"/>
                </a:solidFill>
                <a:latin typeface="Segoe UI"/>
              </a:rPr>
              <a:t>Single Sign-On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301752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333F52"/>
                </a:solidFill>
                <a:latin typeface="Segoe UI"/>
              </a:rPr>
              <a:t>Users are already logged into the platform. The app should just trust that — no second login.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1945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2540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45152" y="2514600"/>
            <a:ext cx="457200" cy="63500"/>
          </a:xfrm>
          <a:prstGeom prst="rect">
            <a:avLst/>
          </a:prstGeom>
          <a:solidFill>
            <a:srgbClr val="1E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69748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0A1F44"/>
                </a:solidFill>
                <a:latin typeface="Segoe UI"/>
              </a:rPr>
              <a:t>Role-based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246120"/>
            <a:ext cx="301752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333F52"/>
                </a:solidFill>
                <a:latin typeface="Segoe UI"/>
              </a:rPr>
              <a:t>Only the right people can see and open it. Hidden and blocked otherwise.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21945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25400">
            <a:solidFill>
              <a:srgbClr val="2EA855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21624" y="2514600"/>
            <a:ext cx="457200" cy="63500"/>
          </a:xfrm>
          <a:prstGeom prst="rect">
            <a:avLst/>
          </a:prstGeom>
          <a:solidFill>
            <a:srgbClr val="2E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269748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0A1F44"/>
                </a:solidFill>
                <a:latin typeface="Segoe UI"/>
              </a:rPr>
              <a:t>Embedded tile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246120"/>
            <a:ext cx="301752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333F52"/>
                </a:solidFill>
                <a:latin typeface="Segoe UI"/>
              </a:rPr>
              <a:t>Appears in the sidebar under Services and opens right there — not a separate website.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A1F44"/>
          </a:solidFill>
          <a:ln w="12700">
            <a:solidFill>
              <a:srgbClr val="0A1F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The platform does all three for you. </a:t>
            </a:r>
          </a:p>
          <a:p>
            <a:pPr algn="l"/>
            <a:r>
              <a:rPr sz="1500" b="0">
                <a:solidFill>
                  <a:srgbClr val="C9D4E8"/>
                </a:solidFill>
                <a:latin typeface="Segoe UI"/>
              </a:rPr>
              <a:t>You wrap the app once (no code changes), publish it as an image, then register + deploy + enable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THE WHOLE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Two halves, six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1064240" cy="1874519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905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APPLICATION SIDE  ·  the app's developer,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1 · Patch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run prepare-app
→ adds sidecar
(no code change)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40" y="2670048"/>
            <a:ext cx="502920" cy="0"/>
          </a:xfrm>
          <a:prstGeom prst="line">
            <a:avLst/>
          </a:prstGeom>
          <a:ln w="25400">
            <a:solidFill>
              <a:srgbClr val="17B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214884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2 · Push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push branch
→ GitHub Actions
builds the image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8040" y="2670048"/>
            <a:ext cx="502920" cy="0"/>
          </a:xfrm>
          <a:prstGeom prst="line">
            <a:avLst/>
          </a:prstGeom>
          <a:ln w="25400">
            <a:solidFill>
              <a:srgbClr val="17B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80960" y="214884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A855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→ GHCR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ghcr.io/&lt;owner&gt;/
&lt;repo&gt;:sso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5ED6"/>
                </a:solidFill>
                <a:latin typeface="Segoe UI"/>
              </a:rPr>
              <a:t>PLATFORM SIDE  ·  a Platform Administrator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3 · Register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Add-a-service form:
image, port 8080,
Platform SSO 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4937760"/>
            <a:ext cx="182880" cy="0"/>
          </a:xfrm>
          <a:prstGeom prst="line">
            <a:avLst/>
          </a:prstGeom>
          <a:ln w="25400">
            <a:solidFill>
              <a:srgbClr val="1E5E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74720" y="425196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4 · Deploy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platform pulls image,
mints OIDC client,
injects login env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4937760"/>
            <a:ext cx="182880" cy="0"/>
          </a:xfrm>
          <a:prstGeom prst="line">
            <a:avLst/>
          </a:prstGeom>
          <a:ln w="25400">
            <a:solidFill>
              <a:srgbClr val="1E5E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425196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5 · Enable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pick the role(s)
→ tile appears
under Services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0" y="4937760"/>
            <a:ext cx="182880" cy="0"/>
          </a:xfrm>
          <a:prstGeom prst="line">
            <a:avLst/>
          </a:prstGeom>
          <a:ln w="25400">
            <a:solidFill>
              <a:srgbClr val="1E5E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869680" y="425196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6 · Use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click tile → already
logged in → opens
embedded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APPLICATION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The patch: prepare-app + sidecar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333F52"/>
                </a:solidFill>
                <a:latin typeface="Segoe UI"/>
              </a:rPr>
              <a:t>One script. It ADDS files — it never edits your app's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E5ED6"/>
                </a:solidFill>
                <a:latin typeface="Segoe UI"/>
              </a:rPr>
              <a:t>▸ </a:t>
            </a:r>
            <a:r>
              <a:rPr sz="1400" b="1">
                <a:solidFill>
                  <a:srgbClr val="0A1F44"/>
                </a:solidFill>
                <a:latin typeface="Segoe UI"/>
              </a:rPr>
              <a:t>What it generates in your repo: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333F52"/>
                </a:solidFill>
                <a:latin typeface="Segoe UI"/>
              </a:rPr>
              <a:t>.platform-sso/sidecar/  — the OIDC-login proxy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333F52"/>
                </a:solidFill>
                <a:latin typeface="Segoe UI"/>
              </a:rPr>
              <a:t>.platform-sso/entrypoint.sh  — runs app + sidecar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333F52"/>
                </a:solidFill>
                <a:latin typeface="Segoe UI"/>
              </a:rPr>
              <a:t>Dockerfile.platform-sso  — wraps your image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333F52"/>
                </a:solidFill>
                <a:latin typeface="Segoe UI"/>
              </a:rPr>
              <a:t>.github/workflows/publish-image.yml  — CI build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333F52"/>
                </a:solidFill>
                <a:latin typeface="Segoe UI"/>
              </a:rPr>
              <a:t>ui_deploy_guide.md + trust_platform_update.md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E5ED6"/>
                </a:solidFill>
                <a:latin typeface="Segoe UI"/>
              </a:rPr>
              <a:t>▸ </a:t>
            </a:r>
            <a:r>
              <a:rPr sz="1400" b="1">
                <a:solidFill>
                  <a:srgbClr val="2EA855"/>
                </a:solidFill>
                <a:latin typeface="Segoe UI"/>
              </a:rPr>
              <a:t>Your original Dockerfile &amp; source: untouched.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E5ED6"/>
                </a:solidFill>
                <a:latin typeface="Segoe UI"/>
              </a:rPr>
              <a:t>▸ </a:t>
            </a:r>
            <a:r>
              <a:rPr sz="1400" b="1">
                <a:solidFill>
                  <a:srgbClr val="E89A1C"/>
                </a:solidFill>
                <a:latin typeface="Segoe UI"/>
              </a:rPr>
              <a:t>Ports:  register 8080 (sidecar)  ·  app runs 3000 inside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Segoe UI"/>
              </a:rPr>
              <a:t>Inside the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651760"/>
            <a:ext cx="47548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Platform-SSO sidecar  :8080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does the login, then forwards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3520440"/>
            <a:ext cx="0" cy="502920"/>
          </a:xfrm>
          <a:prstGeom prst="line">
            <a:avLst/>
          </a:prstGeom>
          <a:ln w="25400">
            <a:solidFill>
              <a:srgbClr val="333F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0" y="4023360"/>
            <a:ext cx="47548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Your app  :3000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unchanged — any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074920"/>
            <a:ext cx="47548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B7688"/>
                </a:solidFill>
                <a:latin typeface="Segoe UI"/>
              </a:rPr>
              <a:t>The platform talks only to :8080. The app is never exposed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APPLICATION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Publish: push → CI →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git push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branch: platform-sso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2926080"/>
            <a:ext cx="502920" cy="0"/>
          </a:xfrm>
          <a:prstGeom prst="line">
            <a:avLst/>
          </a:prstGeom>
          <a:ln w="25400">
            <a:solidFill>
              <a:srgbClr val="333F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377440"/>
            <a:ext cx="3931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GitHub Actions: publish-image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build Dockerfile.platform-sso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2926080"/>
            <a:ext cx="502920" cy="0"/>
          </a:xfrm>
          <a:prstGeom prst="line">
            <a:avLst/>
          </a:prstGeom>
          <a:ln w="25400">
            <a:solidFill>
              <a:srgbClr val="333F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2377440"/>
            <a:ext cx="3200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A855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GHCR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ghcr.io/&lt;owner&gt;/&lt;repo&gt;:sso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1">
                <a:solidFill>
                  <a:srgbClr val="E89A1C"/>
                </a:solidFill>
                <a:latin typeface="Segoe UI"/>
              </a:rPr>
              <a:t>One-time repo setting: Settings → Actions → Workflow permissions → Read and write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Package is private by default → supply a read:packages token at Deploy (or make it public)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Confirm: green Actions run + the package shows the ':sso'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PLATFORM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Deploy — behind the 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333F52"/>
                </a:solidFill>
                <a:latin typeface="Segoe UI"/>
              </a:rPr>
              <a:t>You click Deploy (with Platform SSO ✅). The platform automatically: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011680"/>
            <a:ext cx="10332720" cy="868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112264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Segoe UI"/>
              </a:rPr>
              <a:t>Mints an OIDC login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12264"/>
            <a:ext cx="57607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333F52"/>
                </a:solidFill>
                <a:latin typeface="Segoe UI"/>
              </a:rPr>
              <a:t>aitrust-app-&lt;slug&gt; in Keycloak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999232"/>
            <a:ext cx="10332720" cy="868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099816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Segoe UI"/>
              </a:rPr>
              <a:t>Injects the login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099816"/>
            <a:ext cx="57607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333F52"/>
                </a:solidFill>
                <a:latin typeface="Segoe UI"/>
              </a:rPr>
              <a:t>OIDC_ISSUER / CLIENT_ID / REDIRECT_URI / SCOPES +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96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3986784"/>
            <a:ext cx="10332720" cy="868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087368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Segoe UI"/>
              </a:rPr>
              <a:t>Pulls &amp; runs the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087368"/>
            <a:ext cx="57607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333F52"/>
                </a:solidFill>
                <a:latin typeface="Segoe UI"/>
              </a:rPr>
              <a:t>using your registry token if private (never stored)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840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5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4974336"/>
            <a:ext cx="10332720" cy="868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074920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Segoe UI"/>
              </a:rPr>
              <a:t>Serves it via the embed proxy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074920"/>
            <a:ext cx="57607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333F52"/>
                </a:solidFill>
                <a:latin typeface="Segoe UI"/>
              </a:rPr>
              <a:t>…/api/marketplace/v1/proxy/&lt;slug&gt;/ — same origin, iframe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B7688"/>
                </a:solidFill>
                <a:latin typeface="Segoe UI"/>
              </a:rPr>
              <a:t>Nothing is minted or deployed at Register time — only when you Deploy.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PLATFORM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Enable for a role, then use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1">
                <a:solidFill>
                  <a:srgbClr val="0A1F44"/>
                </a:solidFill>
                <a:latin typeface="Segoe UI"/>
              </a:rPr>
              <a:t>Enable for role → the tile appears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333F52"/>
                </a:solidFill>
                <a:latin typeface="Segoe UI"/>
              </a:rPr>
              <a:t>Stored in the platform's own database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333F52"/>
                </a:solidFill>
                <a:latin typeface="Segoe UI"/>
              </a:rPr>
              <a:t>The same check is re-enforced at the proxy (403 if not allowed)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333F52"/>
                </a:solidFill>
                <a:latin typeface="Segoe UI"/>
              </a:rPr>
              <a:t>Hidden &amp; blocked until enabled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5120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Segoe UI"/>
              </a:rPr>
              <a:t>One click, behind the scenes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49377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Browser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clicks the tile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2816352"/>
            <a:ext cx="0" cy="182880"/>
          </a:xfrm>
          <a:prstGeom prst="line">
            <a:avLst/>
          </a:prstGeom>
          <a:ln w="25400">
            <a:solidFill>
              <a:srgbClr val="333F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999232"/>
            <a:ext cx="49377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Platform proxy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strips prefix · checks role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0" y="3712464"/>
            <a:ext cx="0" cy="182880"/>
          </a:xfrm>
          <a:prstGeom prst="line">
            <a:avLst/>
          </a:prstGeom>
          <a:ln w="25400">
            <a:solidFill>
              <a:srgbClr val="333F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3895344"/>
            <a:ext cx="49377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Sidecar :8080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logs in (or forwards)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4608576"/>
            <a:ext cx="0" cy="182880"/>
          </a:xfrm>
          <a:prstGeom prst="line">
            <a:avLst/>
          </a:prstGeom>
          <a:ln w="25400">
            <a:solidFill>
              <a:srgbClr val="333F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4791456"/>
            <a:ext cx="49377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A855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A1F44"/>
                </a:solidFill>
                <a:latin typeface="Segoe UI"/>
              </a:rPr>
              <a:t>Your app :3000</a:t>
            </a:r>
          </a:p>
          <a:p>
            <a:pPr algn="ctr"/>
            <a:r>
              <a:rPr sz="1000">
                <a:solidFill>
                  <a:srgbClr val="6B7688"/>
                </a:solidFill>
                <a:latin typeface="Segoe UI"/>
              </a:rPr>
              <a:t>serves the page, unchanged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3949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EA855"/>
                </a:solidFill>
                <a:latin typeface="Segoe UI"/>
              </a:rPr>
              <a:t>Result: </a:t>
            </a:r>
          </a:p>
          <a:p>
            <a:pPr algn="l"/>
            <a:r>
              <a:rPr sz="1500" b="0">
                <a:solidFill>
                  <a:srgbClr val="333F52"/>
                </a:solidFill>
                <a:latin typeface="Segoe UI"/>
              </a:rPr>
              <a:t>the user opens the tile and is already logged in — one platform login, embedded, role-gated.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ADVANCED ·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Multi-tenant: match the realm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9050">
            <a:solidFill>
              <a:srgbClr val="E89A1C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333F52"/>
                </a:solidFill>
                <a:latin typeface="Segoe UI"/>
              </a:rPr>
              <a:t>On a multi-tenant mesh you log in against a PER-TENANT realm (e.g. </a:t>
            </a:r>
          </a:p>
          <a:p>
            <a:pPr algn="l"/>
            <a:r>
              <a:rPr sz="1400" b="1">
                <a:solidFill>
                  <a:srgbClr val="0A1F44"/>
                </a:solidFill>
                <a:latin typeface="Segoe UI"/>
              </a:rPr>
              <a:t>test</a:t>
            </a:r>
          </a:p>
          <a:p>
            <a:pPr algn="l"/>
            <a:r>
              <a:rPr sz="1400" b="0">
                <a:solidFill>
                  <a:srgbClr val="333F52"/>
                </a:solidFill>
                <a:latin typeface="Segoe UI"/>
              </a:rPr>
              <a:t>), not the built-in </a:t>
            </a:r>
          </a:p>
          <a:p>
            <a:pPr algn="l"/>
            <a:r>
              <a:rPr sz="1400" b="1">
                <a:solidFill>
                  <a:srgbClr val="0A1F44"/>
                </a:solidFill>
                <a:latin typeface="Segoe UI"/>
              </a:rPr>
              <a:t>ai-trust</a:t>
            </a:r>
          </a:p>
          <a:p>
            <a:pPr algn="l"/>
            <a:r>
              <a:rPr sz="1400" b="0">
                <a:solidFill>
                  <a:srgbClr val="333F52"/>
                </a:solidFill>
                <a:latin typeface="Segoe UI"/>
              </a:rPr>
              <a:t> realm.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11064240" cy="4572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89504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889504"/>
            <a:ext cx="4206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Your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8950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SSO deploy (default)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110642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A1F44"/>
                </a:solidFill>
                <a:latin typeface="Segoe UI"/>
              </a:rPr>
              <a:t>Keycloak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364992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mesh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364992"/>
            <a:ext cx="48463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local (tenant 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A1F44"/>
                </a:solidFill>
                <a:latin typeface="Segoe UI"/>
              </a:rPr>
              <a:t>Realm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867912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&lt;org&gt;  e.g.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867912"/>
            <a:ext cx="48463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ai-trust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110642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70832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A1F44"/>
                </a:solidFill>
                <a:latin typeface="Segoe UI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370832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your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370832"/>
            <a:ext cx="48463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Segoe UI"/>
              </a:rPr>
              <a:t>→ different realm → SSO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A855"/>
                </a:solidFill>
                <a:latin typeface="Segoe UI"/>
              </a:rPr>
              <a:t>Fix: </a:t>
            </a:r>
          </a:p>
          <a:p>
            <a:pPr algn="l"/>
            <a:r>
              <a:rPr sz="1400" b="0">
                <a:solidFill>
                  <a:srgbClr val="333F52"/>
                </a:solidFill>
                <a:latin typeface="Segoe UI"/>
              </a:rPr>
              <a:t>point marketplace-backend at the mesh Keycloak + KEYCLOAK_REALM=&lt;org&gt; + mesh admin creds (one env override) before deploying an SSO app. See 05-multitenant-mesh-notes.md.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Two kinds of app — two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333F52"/>
                </a:solidFill>
                <a:latin typeface="Segoe UI"/>
              </a:rPr>
              <a:t>Does your app already do its OWN login (OIDC)? That decides how it's onboarded.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2540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7B0A6"/>
                </a:solidFill>
                <a:latin typeface="Segoe UI"/>
              </a:rPr>
              <a:t>APP HAS NO AUTH OF ITS 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7B0A6"/>
                </a:solidFill>
                <a:latin typeface="Segoe UI"/>
              </a:rPr>
              <a:t>▸ </a:t>
            </a:r>
            <a:r>
              <a:rPr sz="1400" b="1">
                <a:solidFill>
                  <a:srgbClr val="0A1F44"/>
                </a:solidFill>
                <a:latin typeface="Segoe UI"/>
              </a:rPr>
              <a:t>Use the Platform-SSO sidecar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7B0A6"/>
                </a:solidFill>
                <a:latin typeface="Segoe UI"/>
              </a:rPr>
              <a:t>▸ </a:t>
            </a:r>
            <a:r>
              <a:rPr sz="1400" b="0">
                <a:solidFill>
                  <a:srgbClr val="333F52"/>
                </a:solidFill>
                <a:latin typeface="Segoe UI"/>
              </a:rPr>
              <a:t>prepare-app wraps it (no code change)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7B0A6"/>
                </a:solidFill>
                <a:latin typeface="Segoe UI"/>
              </a:rPr>
              <a:t>▸ </a:t>
            </a:r>
            <a:r>
              <a:rPr sz="1400" b="0">
                <a:solidFill>
                  <a:srgbClr val="333F52"/>
                </a:solidFill>
                <a:latin typeface="Segoe UI"/>
              </a:rPr>
              <a:t>Platform SSO ✅, App port 8080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7B0A6"/>
                </a:solidFill>
                <a:latin typeface="Segoe UI"/>
              </a:rPr>
              <a:t>▸ </a:t>
            </a:r>
            <a:r>
              <a:rPr sz="1400" b="0">
                <a:solidFill>
                  <a:srgbClr val="333F52"/>
                </a:solidFill>
                <a:latin typeface="Segoe UI"/>
              </a:rPr>
              <a:t>The sidecar does the login + forwards identity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7B0A6"/>
                </a:solidFill>
                <a:latin typeface="Segoe UI"/>
              </a:rPr>
              <a:t>▸ </a:t>
            </a:r>
            <a:r>
              <a:rPr sz="1400" b="0">
                <a:solidFill>
                  <a:srgbClr val="333F52"/>
                </a:solidFill>
                <a:latin typeface="Segoe UI"/>
              </a:rPr>
              <a:t>Single platform login — just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25400">
            <a:solidFill>
              <a:srgbClr val="E89A1C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89A1C"/>
                </a:solidFill>
                <a:latin typeface="Segoe UI"/>
              </a:rPr>
              <a:t>APP ALREADY DOES ITS OWN OIDC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89A1C"/>
                </a:solidFill>
                <a:latin typeface="Segoe UI"/>
              </a:rPr>
              <a:t>▸ </a:t>
            </a:r>
            <a:r>
              <a:rPr sz="1400" b="1">
                <a:solidFill>
                  <a:srgbClr val="C0392B"/>
                </a:solidFill>
                <a:latin typeface="Segoe UI"/>
              </a:rPr>
              <a:t>Do NOT stack the sidecar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9A1C"/>
                </a:solidFill>
                <a:latin typeface="Segoe UI"/>
              </a:rPr>
              <a:t>▸ </a:t>
            </a:r>
            <a:r>
              <a:rPr sz="1400" b="0">
                <a:solidFill>
                  <a:srgbClr val="333F52"/>
                </a:solidFill>
                <a:latin typeface="Segoe UI"/>
              </a:rPr>
              <a:t>Two logins collide → loop / 500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9A1C"/>
                </a:solidFill>
                <a:latin typeface="Segoe UI"/>
              </a:rPr>
              <a:t>▸ </a:t>
            </a:r>
            <a:r>
              <a:rPr sz="1400" b="0">
                <a:solidFill>
                  <a:srgbClr val="333F52"/>
                </a:solidFill>
                <a:latin typeface="Segoe UI"/>
              </a:rPr>
              <a:t>Deploy the app plain, Platform SSO OFF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9A1C"/>
                </a:solidFill>
                <a:latin typeface="Segoe UI"/>
              </a:rPr>
              <a:t>▸ </a:t>
            </a:r>
            <a:r>
              <a:rPr sz="1400" b="0">
                <a:solidFill>
                  <a:srgbClr val="333F52"/>
                </a:solidFill>
                <a:latin typeface="Segoe UI"/>
              </a:rPr>
              <a:t>App trusts the platform JWT (preferred_username)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89A1C"/>
                </a:solidFill>
                <a:latin typeface="Segoe UI"/>
              </a:rPr>
              <a:t>▸ </a:t>
            </a:r>
            <a:r>
              <a:rPr sz="1400" b="0">
                <a:solidFill>
                  <a:srgbClr val="333F52"/>
                </a:solidFill>
                <a:latin typeface="Segoe UI"/>
              </a:rPr>
              <a:t>and skips its own login → single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WORKED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Lessons from a real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333F52"/>
                </a:solidFill>
                <a:latin typeface="Segoe UI"/>
              </a:rPr>
              <a:t>EU Capitals Weather onto the ai-trust-test tenant — what tripped us, and the fix.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31089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Segoe UI"/>
              </a:rPr>
              <a:t>Build amd64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057400"/>
            <a:ext cx="7498079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A Mac-built (arm64) image → ErrImagePull "no match for platform". Use buildx --platform linux/amd64.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31089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Segoe UI"/>
              </a:rPr>
              <a:t>Match the tenant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17520"/>
            <a:ext cx="7498079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APP_PUBLIC_URL + Keycloak redirect URIs must be the tenant host (realm test), not the shared host → else redirect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40"/>
            <a:ext cx="31089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Segoe UI"/>
              </a:rPr>
              <a:t>Identity = JWT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977640"/>
            <a:ext cx="7498079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The tenant proxy forwards identity as Authorization: Bearer, NOT X-Forwarded-* . Read the JWT's preferred_username.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2700">
            <a:solidFill>
              <a:srgbClr val="D3DAE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31089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Segoe UI"/>
              </a:rPr>
              <a:t>Prefix-aware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937760"/>
            <a:ext cx="7498079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3F52"/>
                </a:solidFill>
                <a:latin typeface="Segoe UI"/>
              </a:rPr>
              <a:t>Root-absolute fetch("/api/…") escapes the embed prefix → blank page. Derive the base from the path.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B7688"/>
                </a:solidFill>
                <a:latin typeface="Segoe UI"/>
              </a:rPr>
              <a:t>Full story: 08-worked-example-weather-app.md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502920" cy="438912"/>
          </a:xfrm>
          <a:prstGeom prst="roundRect">
            <a:avLst>
              <a:gd name="adj" fmla="val 50000"/>
            </a:avLst>
          </a:prstGeom>
          <a:solidFill>
            <a:srgbClr val="17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7B0A6"/>
                </a:solidFill>
                <a:latin typeface="Segoe UI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"/>
            <a:ext cx="1115568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Who does 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9050">
            <a:solidFill>
              <a:srgbClr val="17B0A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7B0A6"/>
                </a:solidFill>
                <a:latin typeface="Segoe UI"/>
              </a:rPr>
              <a:t>APP DEVELOPER  · 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7B0A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Run prepare-app against the repo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7B0A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Commit the generated files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7B0A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Push the platform-sso branch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7B0A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Set repo Actions to read+write (one-time)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7B0A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Confirm the :sso image published to GHCR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19050">
            <a:solidFill>
              <a:srgbClr val="1E5ED6"/>
            </a:solidFill>
          </a:ln>
          <a:effectLst/>
          <a:effectLst>
            <a:outerShdw blurRad="60000" dist="25000" dir="5400000" rotWithShape="0">
              <a:srgbClr val="0A1F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5ED6"/>
                </a:solidFill>
                <a:latin typeface="Segoe UI"/>
              </a:rPr>
              <a:t>PLATFORM 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Register: image, port 8080, Platform SSO ✅, env empty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Deploy (supply a read:packages token if private)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Enable for the right role(s)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Multi-tenant: match the realm first (05)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5ED6"/>
                </a:solidFill>
                <a:latin typeface="Segoe UI"/>
              </a:rPr>
              <a:t>▸ </a:t>
            </a:r>
            <a:r>
              <a:rPr sz="1500" b="0">
                <a:solidFill>
                  <a:srgbClr val="333F52"/>
                </a:solidFill>
                <a:latin typeface="Segoe UI"/>
              </a:rPr>
              <a:t>Verify the tile opens embedded, no 2nd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B7688"/>
                </a:solidFill>
                <a:latin typeface="Segoe UI"/>
              </a:rPr>
              <a:t>Full guide: marketplace/Implementation/  ·  README → 01 → 02–08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B7688"/>
                </a:solidFill>
                <a:latin typeface="Segoe UI"/>
              </a:rPr>
              <a:t>AI Trust Platform  ·  Marketplace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1">
                <a:solidFill>
                  <a:srgbClr val="6B768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